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77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50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89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27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31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75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45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50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2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7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91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B3FDB-5922-4E82-85EB-6E2B89513F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08E0-AA8D-45EB-A9E6-D783D00D91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80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Charts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99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3467" y="119270"/>
            <a:ext cx="1166456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0" u="sng" dirty="0" smtClean="0">
                <a:solidFill>
                  <a:srgbClr val="FF0000"/>
                </a:solidFill>
                <a:effectLst/>
                <a:latin typeface="-apple-system"/>
              </a:rPr>
              <a:t>CHARTS AND GRAPHS </a:t>
            </a:r>
          </a:p>
          <a:p>
            <a:endParaRPr lang="en-US" sz="1600" b="1" i="0" u="sng" dirty="0" smtClean="0">
              <a:solidFill>
                <a:srgbClr val="FF0000"/>
              </a:solidFill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can be powerful 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Liberation Sans" panose="020B0604020202020204" pitchFamily="34" charset="0"/>
              </a:rPr>
              <a:t>tools for 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conveying information and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-apple-system"/>
              </a:rPr>
              <a:t>Calc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 offers a variety of ways to present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000000"/>
                </a:solidFill>
                <a:effectLst/>
                <a:latin typeface="-apple-system"/>
              </a:rPr>
              <a:t>They can be customized to a considerable extent, enabling information to be shown in the clearest manner.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67" y="1381154"/>
            <a:ext cx="9629776" cy="533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3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46" y="0"/>
            <a:ext cx="10338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8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213864"/>
            <a:ext cx="11231542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4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20" y="152399"/>
            <a:ext cx="4850296" cy="24416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88" y="1373216"/>
            <a:ext cx="6173712" cy="38282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05848"/>
            <a:ext cx="5934352" cy="245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9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29" y="142081"/>
            <a:ext cx="5638217" cy="30702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152" y="142081"/>
            <a:ext cx="2897558" cy="30702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395" y="3388693"/>
            <a:ext cx="7021002" cy="344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6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882"/>
            <a:ext cx="5473292" cy="28766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60" y="144882"/>
            <a:ext cx="5494197" cy="2876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125" y="3355822"/>
            <a:ext cx="6552835" cy="323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22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-apple-system</vt:lpstr>
      <vt:lpstr>Arial</vt:lpstr>
      <vt:lpstr>Calibri</vt:lpstr>
      <vt:lpstr>Calibri Light</vt:lpstr>
      <vt:lpstr>Liberation Sans</vt:lpstr>
      <vt:lpstr>Office Theme</vt:lpstr>
      <vt:lpstr>2.3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</dc:title>
  <dc:creator>LENOVO</dc:creator>
  <cp:lastModifiedBy>LENOVO</cp:lastModifiedBy>
  <cp:revision>3</cp:revision>
  <dcterms:created xsi:type="dcterms:W3CDTF">2026-01-20T04:37:30Z</dcterms:created>
  <dcterms:modified xsi:type="dcterms:W3CDTF">2026-01-20T04:53:35Z</dcterms:modified>
</cp:coreProperties>
</file>